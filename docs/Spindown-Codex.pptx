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Accroche : le site ne répond pas seulement à « c'est quoi cet item », mais à « ça devient quoi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phrase de l'utilisateur : « si on cherche un item y'aura pas la suite du spindown ». Tout le projet part de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le plus important de la présentation : le brief initial se trompait sur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Assumer les manques fait partie du travail : la fiche l'affiche au lieu de laisser croire à un oubli.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D0453C"/>
                </a:solidFill>
                <a:latin typeface="Bahnschrift"/>
              </a:rPr>
              <a:t>ENCYCLOPÉDIE  ·  OUTIL  ·  PROJET FAN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6200" b="0">
                <a:solidFill>
                  <a:srgbClr val="E9F7FB"/>
                </a:solidFill>
                <a:latin typeface="Bahnschrift"/>
              </a:rPr>
              <a:t>Spindown Codex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611880"/>
            <a:ext cx="2011680" cy="38100"/>
          </a:xfrm>
          <a:prstGeom prst="rect">
            <a:avLst/>
          </a:prstGeom>
          <a:solidFill>
            <a:srgbClr val="4F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931920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2600" b="0">
                <a:solidFill>
                  <a:srgbClr val="4FD8E8"/>
                </a:solidFill>
                <a:latin typeface="Bahnschrift"/>
              </a:rPr>
              <a:t>Ce que chaque item devient.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8778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500" b="0">
                <a:solidFill>
                  <a:srgbClr val="A9C9D4"/>
                </a:solidFill>
                <a:latin typeface="Arial"/>
              </a:rPr>
              <a:t>721 collectibles de Repentance+, une chaîne continue, et l'information que les autres wikis ne donnent pas : la marche suivante.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6D94A2"/>
                </a:solidFill>
                <a:latin typeface="Arial"/>
              </a:rPr>
              <a:t>Projet fan non officiel, non affilié à Edmund McMillen, Nicalis ou Valve. Gratuit, sans publicité, sans monétisation.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LE POINT DE DÉPART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les wikis ne montrent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0580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11680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E9F7FB"/>
                </a:solidFill>
                <a:latin typeface="Arial"/>
              </a:rPr>
              <a:t>« C'est quoi cet item ? » — tout le monde y répond.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67508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78608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E9F7FB"/>
                </a:solidFill>
                <a:latin typeface="Arial"/>
              </a:rPr>
              <a:t>« Ça devient quoi avec un Spindown ? » — presque personne.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34436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145536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4FD8E8"/>
                </a:solidFill>
                <a:latin typeface="Arial"/>
              </a:rPr>
              <a:t>Et jamais : « et si j'enchaîne, où est-ce que j'atterris ?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</a:pPr>
            <a:r>
              <a:rPr sz="1500" b="0">
                <a:solidFill>
                  <a:srgbClr val="A9C9D4"/>
                </a:solidFill>
                <a:latin typeface="Arial"/>
              </a:rPr>
              <a:t>La relation Spindown est linéaire : un seul successeur, un seul prédécesseur. C'est un escalier, pas un graphe. Il suffisait de le dessiner comme tel.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LE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Une encyclopédie, et un escalier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L'accueil sert de rampe : un seul champ de recherche, 20 langues indexées, et la règle expliquée en trois temps.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02708" y="1719072"/>
            <a:ext cx="6699504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716" y="1783080"/>
            <a:ext cx="6571488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L'ÉCRAN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La chaîne entière, d'un bout à l'autre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Toute la chaîne d'un seul tenant, avec un rail de position à droite. Dad's Note y est signalée par un badge : elle ne peut pas être rerollée.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1282" y="1719072"/>
            <a:ext cx="6042355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290" y="1783080"/>
            <a:ext cx="5914339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LE CŒUR DU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La fiche est une marche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Ce que l'item devient, ce qui mène à lui, et le contexte autour. On continue à descendre sans repasser par un index.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1282" y="1719072"/>
            <a:ext cx="6042355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tem-dads-n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290" y="1783080"/>
            <a:ext cx="5914339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Chercher dans 20 langues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« 悲しみオニオン » mène à The Sad Onion. Le contenu reste en anglais, l'accès est multilingue — et le CJK passe, faute de tokenisation.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8032" y="2007108"/>
            <a:ext cx="6848856" cy="3776472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071116"/>
            <a:ext cx="6720840" cy="3648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CALCULATEUR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Combien de Spindowns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Distance exacte entre deux items, Car Battery compris. Et quand c'est impossible, le site dit pourquoi au lieu de renvoyer zéro.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02708" y="1719072"/>
            <a:ext cx="6699504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lc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716" y="1783080"/>
            <a:ext cx="6571488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VÉRIFICATION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les fichiers du jeu ont corrigé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4241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594360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A9C9D4"/>
                          </a:solidFill>
                          <a:latin typeface="Arial"/>
                        </a:rPr>
                        <a:t>Ce qui était supposé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412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A9C9D4"/>
                          </a:solidFill>
                          <a:latin typeface="Arial"/>
                        </a:rPr>
                        <a:t>Ce que disent items.xml et le wiki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4121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Le pool décide de la cible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Non : seul l'état de déblocage compte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Les non-collectibles sont sautés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4 items « hidden », et c'est tout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Mom's Ring ne peut pas être reroll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Elle est inatteignable, pas bloquée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Environ 720 items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721, avec 11 IDs vides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2578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A9C9D4"/>
                </a:solidFill>
                <a:latin typeface="Arial"/>
              </a:rPr>
              <a:t>Croisé sur deux sources indépendantes, puis validé contre les fichiers du jeu eux-mêmes. Aucune donnée inventée : ce qui manque est explicitement nul.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SOUS LE CAPOT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ça pèse, et ce que ça coûte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721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collectibles
(717 visibles)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20116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722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pages statiques
build en 1,5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80" y="20116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tests
tous verts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6118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langues
dans la recherche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langues
d'interface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26680" y="36118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requête
vers un tiers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HONNÊTETÉ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le site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0580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11680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Les 721 descriptions sont vérifiées une par une contre le nom de l'item.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67508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78608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Pas de trinkets, cartes ni pilules : ils ne sont pas dans la chaîne.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34436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145536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Pas de conditions de déblocage : le site parle de la chaîne, pas du 100 %.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01364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712464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Le SEO reste anglais : l'interface se traduit à l'exécution, pas les URLs.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D0453C"/>
                </a:solidFill>
                <a:latin typeface="Bahnschrift"/>
              </a:rPr>
              <a:t>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</a:pPr>
            <a:r>
              <a:rPr sz="3800" b="0">
                <a:solidFill>
                  <a:srgbClr val="E9F7FB"/>
                </a:solidFill>
                <a:latin typeface="Bahnschrift"/>
              </a:rPr>
              <a:t>Un calculateur qui connaît ta sauvegarde.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94760"/>
            <a:ext cx="9326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</a:pPr>
            <a:r>
              <a:rPr sz="1500" b="0">
                <a:solidFill>
                  <a:srgbClr val="A9C9D4"/>
                </a:solidFill>
                <a:latin typeface="Arial"/>
              </a:rPr>
              <a:t>En jeu, Spindown saute aussi les items que tu n'as pas débloqués : ta chaîne réelle est plus courte que celle du site. L'architecture est déjà prête — il suffit de filtrer avant de calculer.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394960"/>
            <a:ext cx="2011680" cy="38100"/>
          </a:xfrm>
          <a:prstGeom prst="rect">
            <a:avLst/>
          </a:prstGeom>
          <a:solidFill>
            <a:srgbClr val="4F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5778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2200" b="0">
                <a:solidFill>
                  <a:srgbClr val="4FD8E8"/>
                </a:solidFill>
                <a:latin typeface="Bahnschrift"/>
              </a:rPr>
              <a:t>Merci.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