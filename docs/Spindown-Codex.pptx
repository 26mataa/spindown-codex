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le site ne répond pas seulement à « c'est quoi cet item », mais à « ça devient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l'utilisateur : « si on cherche un item y'aura pas la suite du spindown ». Tout le projet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 plus important de la présentation : le brief initial se trompait sur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manques fait partie du travail : la fiche l'affiche au lieu de laisser croire à un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B33A3A"/>
                </a:solidFill>
                <a:latin typeface="Bahnschrift"/>
              </a:rPr>
              <a:t>ENCYCLOPÉDIE  ·  OUTIL  ·  PROJET FAN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6200" b="0">
                <a:solidFill>
                  <a:srgbClr val="E8D8B0"/>
                </a:solidFill>
                <a:latin typeface="Bahnschrift"/>
              </a:rPr>
              <a:t>Spindown Codex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201168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600" b="0">
                <a:solidFill>
                  <a:srgbClr val="D4AF37"/>
                </a:solidFill>
                <a:latin typeface="Bahnschrift"/>
              </a:rPr>
              <a:t>Ce que chaque item devient.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500" b="0">
                <a:solidFill>
                  <a:srgbClr val="B6A487"/>
                </a:solidFill>
                <a:latin typeface="Arial"/>
              </a:rPr>
              <a:t>721 collectibles de Repentance+, une chaîne continue, et l'information que les autres wikis ne donnent pas : la marche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47660"/>
                </a:solidFill>
                <a:latin typeface="Arial"/>
              </a:rPr>
              <a:t>Projet fan non officiel, non affilié à Edmund McMillen, Nicalis ou Valve. Gratuit, sans publicité, sans monétisation.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Ce que les wikis ne montrent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8D8B0"/>
                </a:solidFill>
                <a:latin typeface="Arial"/>
              </a:rPr>
              <a:t>« C'est quoi cet item ? » — tout le monde y répond.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8D8B0"/>
                </a:solidFill>
                <a:latin typeface="Arial"/>
              </a:rPr>
              <a:t>« Ça devient quoi avec un Spindown ? » — presque personne.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D4AF37"/>
                </a:solidFill>
                <a:latin typeface="Arial"/>
              </a:rPr>
              <a:t>Et jamais : « et si j'enchaîne, où est-ce que j'atterris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B6A487"/>
                </a:solidFill>
                <a:latin typeface="Arial"/>
              </a:rPr>
              <a:t>La relation Spindown est linéaire : un seul successeur, un seul prédécesseur. C'est un escalier, pas un graphe. Il suffisait de le dessiner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Une encyclopédie, et un escalier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B6A487"/>
                </a:solidFill>
                <a:latin typeface="Arial"/>
              </a:rPr>
              <a:t>L'accueil sert de rampe : un seul champ de recherche, 20 langues indexées, et la règle expliquée en trois temps.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L'ÉCRAN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La chaîne entière, mur compris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B6A487"/>
                </a:solidFill>
                <a:latin typeface="Arial"/>
              </a:rPr>
              <a:t>Colonne zoomable, sprites chargés à la demande. Le mur de Dad's Note est dessiné en travers : tout ce qui est en dessous est inatteignable depuis le haut.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LE CŒUR DU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La fiche est une marche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B6A487"/>
                </a:solidFill>
                <a:latin typeface="Arial"/>
              </a:rPr>
              <a:t>Ce que l'item devient, ce qui mène à lui, et le contexte autour. On continue à descendre sans repasser par un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em-dads-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Chercher dans 20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B6A487"/>
                </a:solidFill>
                <a:latin typeface="Arial"/>
              </a:rPr>
              <a:t>« 悲しみオニオン » mène à The Sad Onion. Le contenu reste en anglais, l'accès est multilingue — et le CJK passe, faute de tokenisation.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8032" y="2007108"/>
            <a:ext cx="6848856" cy="3776472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71116"/>
            <a:ext cx="6720840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CALCULATEUR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Combien de Spindowns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B6A487"/>
                </a:solidFill>
                <a:latin typeface="Arial"/>
              </a:rPr>
              <a:t>Distance exacte entre deux items, Car Battery compris. Et quand c'est impossible, le site dit pourquoi au lieu de renvoyer zéro.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VÉRIFICATION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Ce que les fichiers du jeu ont corrigé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424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6A487"/>
                          </a:solidFill>
                          <a:latin typeface="Arial"/>
                        </a:rPr>
                        <a:t>Ce qui était supposé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20C0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6A487"/>
                          </a:solidFill>
                          <a:latin typeface="Arial"/>
                        </a:rPr>
                        <a:t>Ce que disent items.xml et le wiki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20C0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A487"/>
                          </a:solidFill>
                          <a:latin typeface="Arial"/>
                        </a:rPr>
                        <a:t>Le pool décide de la cible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D4AF37"/>
                          </a:solidFill>
                          <a:latin typeface="Arial"/>
                        </a:rPr>
                        <a:t>Non : seul l'état de déblocage compte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A487"/>
                          </a:solidFill>
                          <a:latin typeface="Arial"/>
                        </a:rPr>
                        <a:t>Les non-collectibles sont sautés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D4AF37"/>
                          </a:solidFill>
                          <a:latin typeface="Arial"/>
                        </a:rPr>
                        <a:t>4 items « hidden », et c'est tout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A487"/>
                          </a:solidFill>
                          <a:latin typeface="Arial"/>
                        </a:rPr>
                        <a:t>Mom's Ring ne peut pas être reroll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D4AF37"/>
                          </a:solidFill>
                          <a:latin typeface="Arial"/>
                        </a:rPr>
                        <a:t>Elle est inatteignable, pas bloquée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A487"/>
                          </a:solidFill>
                          <a:latin typeface="Arial"/>
                        </a:rPr>
                        <a:t>Environ 720 items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D4AF37"/>
                          </a:solidFill>
                          <a:latin typeface="Arial"/>
                        </a:rPr>
                        <a:t>721, avec 11 IDs vides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3A2B26"/>
                      </a:solidFill>
                    </a:lnL>
                    <a:lnR w="9525" cap="flat" cmpd="sng" algn="ctr">
                      <a:solidFill>
                        <a:srgbClr val="3A2B26"/>
                      </a:solidFill>
                    </a:lnR>
                    <a:lnT w="9525" cap="flat" cmpd="sng" algn="ctr">
                      <a:solidFill>
                        <a:srgbClr val="3A2B26"/>
                      </a:solidFill>
                    </a:lnT>
                    <a:lnB w="9525" cap="flat" cmpd="sng" algn="ctr">
                      <a:solidFill>
                        <a:srgbClr val="3A2B26"/>
                      </a:solidFill>
                    </a:lnB>
                    <a:solidFill>
                      <a:srgbClr val="1E141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257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B6A487"/>
                </a:solidFill>
                <a:latin typeface="Arial"/>
              </a:rPr>
              <a:t>Croisé sur deux sources indépendantes, puis validé contre les fichiers du jeu eux-mêmes. Aucune donnée inventée : ce qui manque est explicitement nul.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SOUS LE CAPOT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Ce que ça pèse, et ce que ça coûte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721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collectibles
(717 visibles)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20116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722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pages statiques
build en 1,5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20116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tests
tous verts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118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langues
dans la recherche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langues
d'interface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3611880"/>
            <a:ext cx="3246120" cy="1325880"/>
          </a:xfrm>
          <a:prstGeom prst="rect">
            <a:avLst/>
          </a:prstGeom>
          <a:solidFill>
            <a:srgbClr val="1E1413"/>
          </a:solidFill>
          <a:ln w="12700">
            <a:solidFill>
              <a:srgbClr val="8F7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D4AF37"/>
                </a:solidFill>
                <a:latin typeface="Bahnschrif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B6A487"/>
                </a:solidFill>
                <a:latin typeface="Arial"/>
              </a:rPr>
              <a:t>requête
vers un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D4AF37"/>
                </a:solidFill>
                <a:latin typeface="Bahnschrift"/>
              </a:rPr>
              <a:t>HONNÊTETÉ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8D8B0"/>
                </a:solidFill>
                <a:latin typeface="Bahnschrift"/>
              </a:rPr>
              <a:t>Ce que le site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B6A487"/>
                </a:solidFill>
                <a:latin typeface="Arial"/>
              </a:rPr>
              <a:t>211 items sans description — le texte du jeu est dans un fichier binaire non fourni.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B6A487"/>
                </a:solidFill>
                <a:latin typeface="Arial"/>
              </a:rPr>
              <a:t>Pas de trinkets, cartes ni pilules : ils ne sont pas dans la chaîne.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B6A487"/>
                </a:solidFill>
                <a:latin typeface="Arial"/>
              </a:rPr>
              <a:t>Pas de conditions de déblocage : le site parle de la chaîne, pas du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01364"/>
            <a:ext cx="38100" cy="177800"/>
          </a:xfrm>
          <a:prstGeom prst="rect">
            <a:avLst/>
          </a:prstGeom>
          <a:solidFill>
            <a:srgbClr val="8F7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4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B6A487"/>
                </a:solidFill>
                <a:latin typeface="Arial"/>
              </a:rPr>
              <a:t>Le SEO reste anglais : l'interface se traduit à l'exécution, pas les URLs.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B33A3A"/>
                </a:solidFill>
                <a:latin typeface="Bahnschrift"/>
              </a:rPr>
              <a:t>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sz="3800" b="0">
                <a:solidFill>
                  <a:srgbClr val="E8D8B0"/>
                </a:solidFill>
                <a:latin typeface="Bahnschrift"/>
              </a:rPr>
              <a:t>Un calculateur qui connaît ta sauvegarde.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B6A487"/>
                </a:solidFill>
                <a:latin typeface="Arial"/>
              </a:rPr>
              <a:t>En jeu, Spindown saute aussi les items que tu n'as pas débloqués : ta chaîne réelle est plus courte que celle du site. L'architecture est déjà prête — il suffit de filtrer avant de calculer.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201168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D4AF37"/>
                </a:solidFill>
                <a:latin typeface="Bahnschrift"/>
              </a:rPr>
              <a:t>Merci.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847660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8F7524"/>
                </a:solidFill>
                <a:latin typeface="Bahnschrif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